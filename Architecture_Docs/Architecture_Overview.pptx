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What this system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The system of record for who works here — and the largest application in the Circuvent suite.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 full multi-tenant HRMS: employees, leave, attendance, rostering, payroll, recruitment, performance, learning, documents and e-signature, helpdesk, assets, benefits, compensation, expenses and privacy governance.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144,146 lines across 574 TypeScript source files, serving 150 API routes and 102 pages over 117 database tables.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Plus a shipped native Android app — Kotlin Multiplatform, version 1.8.0, versionCode 10, signed and released.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It owns its own payroll module. It does NOT delegate payroll to paystub.circuvent — the only link is a one-way push of employee master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It is a relying party to two OIDC systems and a receiver of SCIM provisioning. It is never itself an identity provider.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43584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624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362456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Next.js 16.1 App Router (Turbopack) · React 19.2 · TS 5 strict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20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74520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93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993392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Neon Postgres · Drizzle 0.45 · 117 tables · 44 enums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05456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505456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243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Tenancy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624328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FORCE ROW LEVEL SECURITY · 117 tenant_isolation policies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36392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36392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25526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Passwords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255264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Argon2id — 19 MiB, t=2, p=1, PHC, auto-rehash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67328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67328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886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Sessions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886200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HS256 · cv_access 15 min · cv_refresh 30 d, rotated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98264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398264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51713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517136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92 files · 2,664 passing · 39 migrations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29200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029200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480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Guards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5148072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Nine custom verification scripts + gitleaks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60136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660136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77900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CI/CD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779008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The only real CI in the suite — runs 9 of its own 12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Architectural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1554480"/>
            <a:ext cx="2651760" cy="105156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1D95"/>
                </a:solidFill>
                <a:latin typeface="Calibri"/>
              </a:rPr>
              <a:t>auth.circuvent.com</a:t>
            </a:r>
          </a:p>
          <a:p>
            <a:pPr algn="ctr"/>
            <a:r>
              <a:rPr sz="1400" b="0">
                <a:solidFill>
                  <a:srgbClr val="4C1D95"/>
                </a:solidFill>
                <a:latin typeface="Calibri"/>
              </a:rPr>
              <a:t>suite OIDC provider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9967" y="1554480"/>
            <a:ext cx="2651760" cy="105156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hrms.circuvent.com</a:t>
            </a:r>
          </a:p>
          <a:p>
            <a:pPr algn="ctr"/>
            <a:r>
              <a:rPr sz="1400" b="0">
                <a:solidFill>
                  <a:srgbClr val="1E3A8A"/>
                </a:solidFill>
                <a:latin typeface="Calibri"/>
              </a:rPr>
              <a:t>150 routes · 102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73287" y="1554480"/>
            <a:ext cx="26517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2933"/>
                </a:solidFill>
                <a:latin typeface="Calibri"/>
              </a:rPr>
              <a:t>Customer IdPs</a:t>
            </a:r>
          </a:p>
          <a:p>
            <a:pPr algn="ctr"/>
            <a:r>
              <a:rPr sz="1400" b="0">
                <a:solidFill>
                  <a:srgbClr val="1F2933"/>
                </a:solidFill>
                <a:latin typeface="Calibri"/>
              </a:rPr>
              <a:t>per-tenant OIDC + SCIM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09847" y="2061210"/>
            <a:ext cx="86868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18407" y="1677924"/>
            <a:ext cx="1051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A6875"/>
                </a:solidFill>
                <a:latin typeface="Calibri"/>
              </a:rPr>
              <a:t>OIDC · RS256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3167" y="2061210"/>
            <a:ext cx="86868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1727" y="1677924"/>
            <a:ext cx="1051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A6875"/>
                </a:solidFill>
                <a:latin typeface="Calibri"/>
              </a:rPr>
              <a:t>SCIM 2.0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2645587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Neon Postgres</a:t>
            </a:r>
          </a:p>
          <a:p>
            <a:pPr algn="ctr"/>
            <a:r>
              <a:rPr sz="1200" b="0">
                <a:solidFill>
                  <a:srgbClr val="14532D"/>
                </a:solidFill>
                <a:latin typeface="Calibri"/>
              </a:rPr>
              <a:t>117 tables · RLS · hrms_app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9675" y="3566160"/>
            <a:ext cx="2645587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Cloudflare R2</a:t>
            </a:r>
          </a:p>
          <a:p>
            <a:pPr algn="ctr"/>
            <a:r>
              <a:rPr sz="1200" b="0">
                <a:solidFill>
                  <a:srgbClr val="14532D"/>
                </a:solidFill>
                <a:latin typeface="Calibri"/>
              </a:rPr>
              <a:t>signed PDFs · fails HARD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0" y="3566160"/>
            <a:ext cx="2645587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SMTP relay</a:t>
            </a:r>
          </a:p>
          <a:p>
            <a:pPr algn="ctr"/>
            <a:r>
              <a:rPr sz="1200" b="0">
                <a:solidFill>
                  <a:srgbClr val="14532D"/>
                </a:solidFill>
                <a:latin typeface="Calibri"/>
              </a:rPr>
              <a:t>nodemailer · fails SOFT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185" y="3566160"/>
            <a:ext cx="2645587" cy="8686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532D"/>
                </a:solidFill>
                <a:latin typeface="Calibri"/>
              </a:rPr>
              <a:t>paystub.circuvent</a:t>
            </a:r>
          </a:p>
          <a:p>
            <a:pPr algn="ctr"/>
            <a:r>
              <a:rPr sz="1200" b="0">
                <a:solidFill>
                  <a:srgbClr val="14532D"/>
                </a:solidFill>
                <a:latin typeface="Calibri"/>
              </a:rPr>
              <a:t>employee master · outbox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6797" y="2606040"/>
            <a:ext cx="38100" cy="47548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5713" y="3081528"/>
            <a:ext cx="8540265" cy="381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06663" y="3081528"/>
            <a:ext cx="38100" cy="4846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53418" y="3081528"/>
            <a:ext cx="38100" cy="4846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00173" y="3081528"/>
            <a:ext cx="38100" cy="4846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46928" y="3081528"/>
            <a:ext cx="38100" cy="48463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81144"/>
            <a:ext cx="111858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4532D"/>
                </a:solidFill>
                <a:latin typeface="Calibri"/>
              </a:rPr>
              <a:t>The suite shares ONE Postgres project. That, not any API, is the real backbone of single sign-on.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A8A"/>
                </a:solidFill>
                <a:latin typeface="Calibri"/>
              </a:rPr>
              <a:t>ATS, Mail and DevOps appear only as nav links. No direct REST calls to them exist.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The finding that defines this codebase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From the header of scripts/smoke-live.ts.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“ninety-one correct policies and seventy-five passing isolation tests, while DATABASE_URL pointed at a role with BYPASSRLS and every query returned every tenant's rows. Nothing that ran in CI could have noticed.”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policies were right. The tests were right. The tests passed. And every tenant could read every other tenant's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role hrms_app existed with rolbypassrls = false — but was never granted LOGIN. So DATABASE_URL fell back to neondb_owner, the table owner, which bypasses RLS regardless.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Fixed by migration 0028. Guarded at runtime by assertConnectionIsolatesTenants(), which refuses to start against a bypassing role.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lesson is not “add a test”. It is that some properties are only true of a DEPLOYMENT, and a test suite cannot see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Layered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61872"/>
            <a:ext cx="10820095" cy="78638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PRESENTATION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React 19 server + client components · Tailwind v4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76272"/>
            <a:ext cx="10820095" cy="786384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6D28D9"/>
                </a:solidFill>
                <a:latin typeface="Calibri"/>
              </a:rPr>
              <a:t>APPLICATION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App Router pages · server actions · route handlers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90672"/>
            <a:ext cx="10820095" cy="786384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15803D"/>
                </a:solidFill>
                <a:latin typeface="Calibri"/>
              </a:rPr>
              <a:t>DOMAIN — pure, no I/O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filter · format · resume · registration-validate · portal-groups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05072"/>
            <a:ext cx="10820095" cy="786384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B45309"/>
                </a:solidFill>
                <a:latin typeface="Calibri"/>
              </a:rPr>
              <a:t>INTEGRATION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ats.ts · candidate.ts · insights-reporter.ts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19472"/>
            <a:ext cx="10820095" cy="786384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/>
            <a:r>
              <a:rPr sz="1500" b="1">
                <a:solidFill>
                  <a:srgbClr val="64748B"/>
                </a:solidFill>
                <a:latin typeface="Calibri"/>
              </a:rPr>
              <a:t>PLATFORM</a:t>
            </a:r>
          </a:p>
          <a:p>
            <a:pPr algn="l"/>
            <a:r>
              <a:rPr sz="1150">
                <a:solidFill>
                  <a:srgbClr val="5A6875"/>
                </a:solidFill>
                <a:latin typeface="Calibri"/>
              </a:rPr>
              <a:t>Node.js on Vercel · CDN · 60-second ISR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3A8A"/>
                </a:solidFill>
                <a:latin typeface="Calibri"/>
              </a:rPr>
              <a:t>One gate, ~40 pure rule modules, and isolation delegated entirely to Postgres.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Data flow - one authenticated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99032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1216152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783080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167128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middleware.ts - public prefix? no. jwtVerify, no DB 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4831" y="1399032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01135" y="1216152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1135" y="1783080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Refresh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1135" y="2167128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expired + refresh cookie -&gt; 401 + x-session-refresh: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399032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0167" y="1216152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1783080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Headers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167128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OVERWRITE x-user-id / x-org-id / x-user-role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2895" y="1399032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39199" y="1216152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9199" y="1783080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9199" y="2167128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requireApiContext - orgId from the VERIFIED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" y="338328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3950208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Permit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334256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rbac.ts - ~90 permissions - canAccessModule fails closed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4831" y="3566160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01135" y="338328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1135" y="3950208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Tenant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1135" y="4334256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withTenant(ctx) - set_config('app.org_id', ..., true)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23863" y="3566160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70167" y="338328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3950208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Postgres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4334256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RLS: org_id = app_current_org(), role must NOT bypass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2895" y="3566160"/>
            <a:ext cx="251299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39199" y="338328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9199" y="3950208"/>
            <a:ext cx="222039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3A8A"/>
                </a:solidFill>
                <a:latin typeface="Calibri"/>
              </a:rPr>
              <a:t>Effects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9199" y="4334256"/>
            <a:ext cx="2220391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875"/>
                </a:solidFill>
                <a:latin typeface="Calibri"/>
              </a:rPr>
              <a:t>outbox row commits WITH the change, drained by /api/cron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Four sign-in paths, one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They converge, and none of them can skip MFA.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Local password — Argon2id, 19 MiB / t=2 / p=1, PHC-encoded, auto-rehashed when the parameters drift.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Suite OIDC — relying party to auth.circuvent.com, with PKCE, state and nonce, verified against published JWKS.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Per-tenant customer OIDC — each tenant's own Okta, Entra or Google, selected by email domain. Explicitly NOT SAML, with the XML signature-wrapping attack class named as the reason.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WebAuthn passkeys — credential_id unique globally.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2861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974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All four mint the same HS256 token: sub, orgId, role, email. cv_access 15 minutes; cv_refresh 30 days, SHA-256 hashed, single-use, rotated — and REUSE REVOKES THE WHOLE FAMILY.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MFA, done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A three-state machine, and every state earns its existence.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off -&gt; pending -&gt; active. The secret is stored ENCRYPTED (AES-256-GCM) from the moment it is minted.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Backup codes are issued ONLY after a live code proves the secret works. Codes are never handed out for an unproven secret.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`pending` is deliberately not enforced at sign-in — anti-lockout — and it grants no elevated trust either.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Disabling requires the current password AND a live TOTP code. A stolen session cookie alone cannot turn the control off.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VERIFIED: both signIn() and signInWithSso() independently call mfaRequiredAtSignIn(). There is no bypass.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93445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1558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trade is fail-closed: an MFA-enabled user currently cannot complete SSO or passkey login at all. An availability gap, not a security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Tenancy: no WHERE clause anywhere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Isolation is delegated to Postgres, so application code cannot forget it.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116 of 117 tables carry org_id. The exception is `organizations` — it IS the tenant.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62432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0545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One reusable function, apply_tenant_rls(), sweeps every table with an org_id column and is called by 17 later migrations rather than being hand-repeated 117 times.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39242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7355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FORCE ROW LEVEL SECURITY, not merely ENABLE — so the policy binds the table OWNER too: “a mistake in a migration script must not be able to read across tenants either.”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16052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4164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withTenant(ctx, fn) is the only sanctioned entry point. It sets app.org_id with SET LOCAL semantics, so the value reverts before the connection returns to the pool.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2861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974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Forgetting withTenant() is FAIL-CLOSED: app_current_org() returns NULL, the predicate is false, zero rows come back — a visible bug, not a silent leak.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The schema, in one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43584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43584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624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362456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117 physical tables — 116 in Drizzle, 1 raw SQL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20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74520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93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Schemas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993392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identity (20, cross-app) · hrms (97, HR domain)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05456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505456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243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Enums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624328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44 types, from asset_state to signature_status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36392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36392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25526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Money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255264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*_minor bigint. Never numeric. Never float.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67328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67328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886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Deletes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886200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CASCADE or SET NULL, with exactly three RESTRICT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98264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398264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51713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517136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Hash-chained AND append-only AND grant-revoked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29200"/>
            <a:ext cx="11185855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029200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480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doc_store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5148072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Schemaless jsonb catch-all for ~20 legacy collections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60136"/>
            <a:ext cx="1118585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660136"/>
            <a:ext cx="38100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77900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3A8A"/>
                </a:solidFill>
                <a:latin typeface="Calibri"/>
              </a:rPr>
              <a:t>Caching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779008"/>
            <a:ext cx="752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933"/>
                </a:solidFill>
                <a:latin typeface="Calibri"/>
              </a:rPr>
              <a:t>None. No Redis, no materialised views. All reads hit Postgres.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Nine guard scripts that tests cannot replace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Each one checks a property a unit test structurally cannot see.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audit-data-paths — reconciles 91 pages against their data sources. A silent 404 rendering as “no items yet” is indistinguishable from genuinely having no data.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audit-fabricated-data — hardcoded values that look live. An earlier version scanned 2 of 9 directories and reported clean.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verify-modules — 65 checks, because “two routes were once fakes that returned 201 and wrote nothing.”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verify-query-plans — seeds 4,000 rows, EXPLAINs, then DROPS THE INDEX to prove the index is what removed the sort.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verify-live-isolation — connects as whoever we really connect as, plants a row in one tenant and reads as another.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93445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15584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verify-credential-reach — proves each app's credential cannot open a sibling app's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The blind spot that remains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CI is real. It is also structurally unable to catch what already happened.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.github/workflows/verify.yml runs typecheck, lint:strict, four database verifies, two audits, 2,664 tests, a build, and a gitleaks history scan. That is more than any sibling app has.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But every db:verify* step runs against IN-MEMORY PGlite, which connects as its own superuser. RLS policy correctness passes regardless of which role production actually uses.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two scripts that WOULD have caught the incident — db:verify:live and db:verify:reach — need real credentials, and are therefore the two not in CI.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CI also omits three of the twelve checks in `npm run verify`: typecheck:mobile, lint:a11y and audit:unwired. A developer running verify locally is STRICTER than the merge gate.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And verify-live-isolation's core cross-tenant test has never actually executed — only one organisation exists, so it is skipped, not passed.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Money: mostly right, with one honest seam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The rule is stated in the codebase's own words.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money/minor.ts: “A whole number of paise, as a decimal string. Never a float.” Held throughout statutory-india.ts, compensation.ts, settlement.ts, assets.ts and expense-rules.ts.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But payroll-engine.ts is 580 lines of plain `number` — a legacy remnant whose five other major functions have zero callers.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Two of them are still wired into the live pipeline: BigInt(Math.round(calculateProfessionalTax(minorToMajor(gross)) * 100)) — bigint, to float, back to bigint.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minorToMajor() is the codebase's own DISPLAY-ONLY helper, whose doc comment says the result “must never be summed or compared for equality.”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And gratuity exists three times — one correct bigint implementation, two naive float duplicates with no part-year rounding and no death waiver. Both dead. Both still exported.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The same rules, in three codebases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A statutory rate change must be made three times, in two languages.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src/lib/statutory-india.ts — web TypeScript. Ships.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62432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05456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android/shared/ — Kotlin Multiplatform. Ships, at v1.8.0.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5468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mobile/src/lib/ — Expo TypeScript. Abandoned; its own documentation says it “has never been run on a device”.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227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03904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All three declare the same application id: com.circuvent.hrms. Nothing checks that they agree.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45312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3425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 naming trap follows from it: leave-rules.ts, shift-rules.ts and attendance-rules.ts do NOT exist in src/lib. Searching those names finds only the abandoned copy.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Health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16152"/>
            <a:ext cx="11185855" cy="36224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6187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Verification discipline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1316736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86784" y="1316736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15968" y="1316736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1316736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74336" y="1316736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1271016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Nine guard scripts; real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14971"/>
            <a:ext cx="11185855" cy="3622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6069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Test coverage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1715555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86784" y="1715555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15968" y="1715555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5152" y="1715555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74336" y="1715555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669835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2,664 tests across 92 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013790"/>
            <a:ext cx="11185855" cy="36224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05951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Code hygiene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2114374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6784" y="2114374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15968" y="2114374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45152" y="2114374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74336" y="2114374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2068654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0 TODO, 0 ts-ignore, 0 console.log in src/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412609"/>
            <a:ext cx="11185855" cy="3622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2458329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Domain rigour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2513193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86784" y="2513193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15968" y="2513193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45152" y="2513193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74336" y="2513193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2467473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Pure modules; dated statutory config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811428"/>
            <a:ext cx="11185855" cy="36224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28571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Auth &amp; session design</a:t>
            </a:r>
          </a:p>
        </p:txBody>
      </p:sp>
      <p:sp>
        <p:nvSpPr>
          <p:cNvPr id="41" name="Oval 40"/>
          <p:cNvSpPr/>
          <p:nvPr/>
        </p:nvSpPr>
        <p:spPr>
          <a:xfrm>
            <a:off x="3657600" y="2912012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86784" y="2912012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15968" y="2912012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45152" y="2912012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74336" y="2912012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2866292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Argon2id; refresh family revocation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210247"/>
            <a:ext cx="11185855" cy="3622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255967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Tenancy enforcement</a:t>
            </a:r>
          </a:p>
        </p:txBody>
      </p:sp>
      <p:sp>
        <p:nvSpPr>
          <p:cNvPr id="49" name="Oval 48"/>
          <p:cNvSpPr/>
          <p:nvPr/>
        </p:nvSpPr>
        <p:spPr>
          <a:xfrm>
            <a:off x="3657600" y="3310831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986784" y="3310831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15968" y="3310831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45152" y="3310831"/>
            <a:ext cx="161075" cy="161075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974336" y="3310831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23560" y="3265111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Token-derived orgId in 149 of 150 routes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609066"/>
            <a:ext cx="11185855" cy="36224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365478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Money consistency</a:t>
            </a:r>
          </a:p>
        </p:txBody>
      </p:sp>
      <p:sp>
        <p:nvSpPr>
          <p:cNvPr id="57" name="Oval 56"/>
          <p:cNvSpPr/>
          <p:nvPr/>
        </p:nvSpPr>
        <p:spPr>
          <a:xfrm>
            <a:off x="3657600" y="3709650"/>
            <a:ext cx="161075" cy="161075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986784" y="3709650"/>
            <a:ext cx="161075" cy="161075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315968" y="3709650"/>
            <a:ext cx="161075" cy="161075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645152" y="3709650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974336" y="3709650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60" y="3663930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One float seam; three gratuities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007885"/>
            <a:ext cx="11185855" cy="3622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4053605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CI completeness</a:t>
            </a:r>
          </a:p>
        </p:txBody>
      </p:sp>
      <p:sp>
        <p:nvSpPr>
          <p:cNvPr id="65" name="Oval 64"/>
          <p:cNvSpPr/>
          <p:nvPr/>
        </p:nvSpPr>
        <p:spPr>
          <a:xfrm>
            <a:off x="3657600" y="4108469"/>
            <a:ext cx="161075" cy="161075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986784" y="4108469"/>
            <a:ext cx="161075" cy="161075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15968" y="4108469"/>
            <a:ext cx="161075" cy="161075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645152" y="4108469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974336" y="4108469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60" y="4062749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9 of 12 checks; no live-database check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406704"/>
            <a:ext cx="11185855" cy="36224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" y="445242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Documentation accuracy</a:t>
            </a:r>
          </a:p>
        </p:txBody>
      </p:sp>
      <p:sp>
        <p:nvSpPr>
          <p:cNvPr id="73" name="Oval 72"/>
          <p:cNvSpPr/>
          <p:nvPr/>
        </p:nvSpPr>
        <p:spPr>
          <a:xfrm>
            <a:off x="3657600" y="4507288"/>
            <a:ext cx="161075" cy="161075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86784" y="4507288"/>
            <a:ext cx="161075" cy="161075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315968" y="4507288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645152" y="4507288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974336" y="4507288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23560" y="4461568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Two docs describe a dead system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805523"/>
            <a:ext cx="11185855" cy="3622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" y="4851243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Encryption at rest</a:t>
            </a:r>
          </a:p>
        </p:txBody>
      </p:sp>
      <p:sp>
        <p:nvSpPr>
          <p:cNvPr id="81" name="Oval 80"/>
          <p:cNvSpPr/>
          <p:nvPr/>
        </p:nvSpPr>
        <p:spPr>
          <a:xfrm>
            <a:off x="3657600" y="4906107"/>
            <a:ext cx="161075" cy="161075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986784" y="4906107"/>
            <a:ext cx="161075" cy="161075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315968" y="4906107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45152" y="4906107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974336" y="4906107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23560" y="4860387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bank_details is plaintext jsonb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5204342"/>
            <a:ext cx="11185855" cy="36224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2" y="525006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Rule-source singularity</a:t>
            </a:r>
          </a:p>
        </p:txBody>
      </p:sp>
      <p:sp>
        <p:nvSpPr>
          <p:cNvPr id="89" name="Oval 88"/>
          <p:cNvSpPr/>
          <p:nvPr/>
        </p:nvSpPr>
        <p:spPr>
          <a:xfrm>
            <a:off x="3657600" y="5304926"/>
            <a:ext cx="161075" cy="161075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986784" y="5304926"/>
            <a:ext cx="161075" cy="161075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15968" y="5304926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645152" y="5304926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974336" y="5304926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23560" y="5259206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Business rules live in three codebases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" y="5603161"/>
            <a:ext cx="11185855" cy="3622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3232" y="5648881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Response headers</a:t>
            </a:r>
          </a:p>
        </p:txBody>
      </p:sp>
      <p:sp>
        <p:nvSpPr>
          <p:cNvPr id="97" name="Oval 96"/>
          <p:cNvSpPr/>
          <p:nvPr/>
        </p:nvSpPr>
        <p:spPr>
          <a:xfrm>
            <a:off x="3657600" y="5703745"/>
            <a:ext cx="161075" cy="161075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986784" y="5703745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15968" y="5703745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645152" y="5703745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974336" y="5703745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23560" y="5658025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next.config.ts has none at all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6001980"/>
            <a:ext cx="11185855" cy="36224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3232" y="60477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933"/>
                </a:solidFill>
                <a:latin typeface="Calibri"/>
              </a:rPr>
              <a:t>Observability</a:t>
            </a:r>
          </a:p>
        </p:txBody>
      </p:sp>
      <p:sp>
        <p:nvSpPr>
          <p:cNvPr id="105" name="Oval 104"/>
          <p:cNvSpPr/>
          <p:nvPr/>
        </p:nvSpPr>
        <p:spPr>
          <a:xfrm>
            <a:off x="3657600" y="6102564"/>
            <a:ext cx="161075" cy="161075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986784" y="6102564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15968" y="6102564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645152" y="6102564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974336" y="6102564"/>
            <a:ext cx="161075" cy="161075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623560" y="6056844"/>
            <a:ext cx="5973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5"/>
                </a:solidFill>
                <a:latin typeface="Calibri"/>
              </a:rPr>
              <a:t>No APM, no error tracking, no alerting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Top five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Four are defects. The first is the capacity to notice the next one.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CI has no live-database check. Every DB verify runs against PGlite as its own superuser — the exact blind spot that let the BYPASSRLS incident through.  [1 week]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/api/documents/reminders reads orgId from the QUERY STRING after a static shared token, with no rate limit. The one tenancy exception in 150 routes.  [half a day]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3016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11296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next.config.ts has no security headers at all — no CSP, HSTS, X-Frame-Options or Referrer-Policy — on an app holding salary and bank details.  [1 hour]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39826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bank_details is unencrypted jsonb. Full account number and IFSC in plaintext; masked only on read.  [3 weeks]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16636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Two migrations are missing from the journal and would never run in a fresh environment. This is currently the one failing check in verify-migrations.ts.  [10 minutes]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Phased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90472"/>
            <a:ext cx="2526715" cy="3566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90472"/>
            <a:ext cx="2526715" cy="5669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Phase 1   about 1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7"/>
            <a:ext cx="21609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alibri"/>
              </a:rPr>
              <a:t>Close what is already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71216"/>
            <a:ext cx="21609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Add the two missing journal entries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security headers in next.config.ts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derive orgId from the token on documents/reminders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delete mobile/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rewrite the two obsolete architecture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0259" y="1490472"/>
            <a:ext cx="2526715" cy="35661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0259" y="1490472"/>
            <a:ext cx="2526715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Phase 2   2-3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3139" y="2212847"/>
            <a:ext cx="21609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5309"/>
                </a:solidFill>
                <a:latin typeface="Calibri"/>
              </a:rPr>
              <a:t>Make CI tell the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3139" y="2871216"/>
            <a:ext cx="21609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A CI job with a real two-organisation Neon branch running db:verify:live and db:verify:reach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add the three omitted verify checks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seed a second org so the cross-tenant test finally executes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9" y="1490472"/>
            <a:ext cx="2526715" cy="3566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4719" y="1490472"/>
            <a:ext cx="2526715" cy="5669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Phase 3   about 1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212847"/>
            <a:ext cx="21609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Finish the money 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2871216"/>
            <a:ext cx="21609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Port professional tax and new-regime income tax to bigint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delete payroll-engine.ts entirely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delete the two duplicate gratuity implementations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assert there is only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179" y="1490472"/>
            <a:ext cx="2526715" cy="35661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9179" y="1490472"/>
            <a:ext cx="2526715" cy="5669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Phase 4-6   1-2 quarters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059" y="2212847"/>
            <a:ext cx="216095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803D"/>
                </a:solidFill>
                <a:latin typeface="Calibri"/>
              </a:rPr>
              <a:t>Data at rest, domain gaps,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059" y="2871216"/>
            <a:ext cx="21609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Encrypt bank_details via a column type migration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monthly leave accrual and balance validation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delete 1,583 lines of dead modules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error tracking, structured logs and outbox alerting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durable rate limiting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F2933"/>
                </a:solidFill>
                <a:latin typeface="Calibri"/>
              </a:rPr>
              <a:t>extend lint:strict past its allow-list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A8A"/>
                </a:solidFill>
                <a:latin typeface="Calibri"/>
              </a:rPr>
              <a:t>Roughly ten days of work moves operational maturity from two stars to four.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What must NOT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11185855" cy="566928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Decisions that look like overhead and are not.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9397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7510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pure-core / impure-shell split. It is why 2,664 tests run in under a minute with no database.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6207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54577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assertConnectionIsolatesTenants() — the single best line of defence in the codebase.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392424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73552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FORCE ROW LEVEL SECURITY, and the one function that sweeps it across every table rather than 117 hand-written policies.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160520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41648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transactional outbox, all four times. The queue row and the business change commit together, or neither does.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928616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9744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MFA that will not issue backup codes for an unproven secret, and interview_scorecards.submitted_at gating visibility — anchoring bias prevented in the data model, not a UI rule.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696712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577840"/>
            <a:ext cx="10545775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3"/>
                </a:solidFill>
                <a:latin typeface="Calibri"/>
              </a:rPr>
              <a:t>The comment convention where a module opens by naming the specific bug it exists to prevent. It made this audit materially easier, and will make every future one easier too.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237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875"/>
                </a:solidFill>
                <a:latin typeface="Calibri"/>
              </a:rPr>
              <a:t>hrms.circuvent.com · Architecture &amp; Technical Audit · 2026-08-20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10820095" cy="868680"/>
          </a:xfrm>
          <a:prstGeom prst="roundRect">
            <a:avLst/>
          </a:prstGeom>
          <a:solidFill>
            <a:srgbClr val="EEF3FB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1E3A8A"/>
                </a:solidFill>
                <a:latin typeface="Calibri"/>
              </a:rPr>
              <a:t>A system that learned the hard lesson, and has not quite finished acting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87752"/>
            <a:ext cx="1018001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>One hundred and forty-four thousand lines with no TODO markers, no @ts-ignore, no suppressed lint rules and no stray console.log. Nine verification scripts that check things a test suite structurally cannot. Argon2id with auto-rehash, refresh-token family revocation, a hash-chained append-only audit log, and orgId derived from a verified token in 149 of 150 routes.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>All of that exists because of one incident: ninety-one correct policies, seventy-five passing tests, and a connection string that made every one of them inert. The codebase responded by building the only real CI in the suite — and the two checks that would have caught it are still the two that are not in it.</a:t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50" b="0">
                <a:solidFill>
                  <a:srgbClr val="1F2933"/>
                </a:solidFill>
                <a:latin typeface="Calibri"/>
              </a:rPr>
              <a:t>Close that gap, finish the bigint migration, encrypt bank_details, add security headers, and delete the two architecture documents that describe a system which no longer exists. Then this is the strongest application in the suite by a clear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